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6" r:id="rId3"/>
  </p:sldIdLst>
  <p:sldSz cx="12192000" cy="6858000"/>
  <p:notesSz cx="6858000" cy="9144000"/>
  <p:embeddedFontLst>
    <p:embeddedFont>
      <p:font typeface="Play" panose="020B0604020202020204" charset="0"/>
      <p:regular r:id="rId5"/>
      <p:bold r:id="rId6"/>
    </p:embeddedFont>
    <p:embeddedFont>
      <p:font typeface="Quattrocento Sans" panose="020B0502050000020003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h0iHcLdnPyC8O6L7iXeMEIuNKF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42" Type="http://customschemas.google.com/relationships/presentationmetadata" Target="metadata"/><Relationship Id="rId7" Type="http://schemas.openxmlformats.org/officeDocument/2006/relationships/font" Target="fonts/font3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45757" y="-92597"/>
            <a:ext cx="12337758" cy="6946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1" descr="A logo of a symbo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7952" y="1477818"/>
            <a:ext cx="4987636" cy="4987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1"/>
          <p:cNvPicPr preferRelativeResize="0"/>
          <p:nvPr/>
        </p:nvPicPr>
        <p:blipFill rotWithShape="1">
          <a:blip r:embed="rId4">
            <a:alphaModFix/>
          </a:blip>
          <a:srcRect r="3126" b="6610"/>
          <a:stretch/>
        </p:blipFill>
        <p:spPr>
          <a:xfrm>
            <a:off x="-145758" y="-92597"/>
            <a:ext cx="12935783" cy="695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1"/>
          <p:cNvPicPr preferRelativeResize="0"/>
          <p:nvPr/>
        </p:nvPicPr>
        <p:blipFill rotWithShape="1">
          <a:blip r:embed="rId5">
            <a:alphaModFix/>
          </a:blip>
          <a:srcRect l="35554" r="41279"/>
          <a:stretch/>
        </p:blipFill>
        <p:spPr>
          <a:xfrm rot="5400000">
            <a:off x="1751165" y="-1896922"/>
            <a:ext cx="1143833" cy="493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1" descr="A logo of a symbol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696" y="2052408"/>
            <a:ext cx="4479294" cy="447929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1"/>
          <p:cNvSpPr txBox="1"/>
          <p:nvPr/>
        </p:nvSpPr>
        <p:spPr>
          <a:xfrm>
            <a:off x="7076891" y="5461938"/>
            <a:ext cx="472259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“Driving Innovation to Create Customer Experiences”</a:t>
            </a:r>
            <a:endParaRPr sz="2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/>
          <p:nvPr/>
        </p:nvSpPr>
        <p:spPr>
          <a:xfrm rot="2700000">
            <a:off x="3506221" y="-523155"/>
            <a:ext cx="4876800" cy="2602992"/>
          </a:xfrm>
          <a:custGeom>
            <a:avLst/>
            <a:gdLst/>
            <a:ahLst/>
            <a:cxnLst/>
            <a:rect l="l" t="t" r="r" b="b"/>
            <a:pathLst>
              <a:path w="7315200" h="3904488" extrusionOk="0">
                <a:moveTo>
                  <a:pt x="0" y="0"/>
                </a:moveTo>
                <a:lnTo>
                  <a:pt x="7315200" y="0"/>
                </a:lnTo>
                <a:lnTo>
                  <a:pt x="7315200" y="3904488"/>
                </a:lnTo>
                <a:lnTo>
                  <a:pt x="0" y="39044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-303676" y="5728384"/>
            <a:ext cx="5233192" cy="11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ctr" rtl="0">
              <a:lnSpc>
                <a:spcPct val="147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977184" y="988064"/>
            <a:ext cx="249849" cy="288425"/>
          </a:xfrm>
          <a:custGeom>
            <a:avLst/>
            <a:gdLst/>
            <a:ahLst/>
            <a:cxnLst/>
            <a:rect l="l" t="t" r="r" b="b"/>
            <a:pathLst>
              <a:path w="374773" h="432638" extrusionOk="0">
                <a:moveTo>
                  <a:pt x="0" y="0"/>
                </a:moveTo>
                <a:lnTo>
                  <a:pt x="374774" y="0"/>
                </a:lnTo>
                <a:lnTo>
                  <a:pt x="374774" y="432638"/>
                </a:lnTo>
                <a:lnTo>
                  <a:pt x="0" y="432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1"/>
          <p:cNvGrpSpPr/>
          <p:nvPr/>
        </p:nvGrpSpPr>
        <p:grpSpPr>
          <a:xfrm>
            <a:off x="376010" y="4901036"/>
            <a:ext cx="4219708" cy="801544"/>
            <a:chOff x="698500" y="3449765"/>
            <a:chExt cx="4219708" cy="801544"/>
          </a:xfrm>
        </p:grpSpPr>
        <p:cxnSp>
          <p:nvCxnSpPr>
            <p:cNvPr id="45" name="Google Shape;45;p1"/>
            <p:cNvCxnSpPr/>
            <p:nvPr/>
          </p:nvCxnSpPr>
          <p:spPr>
            <a:xfrm>
              <a:off x="698500" y="3449765"/>
              <a:ext cx="0" cy="751866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" name="Google Shape;46;p1"/>
            <p:cNvSpPr txBox="1"/>
            <p:nvPr/>
          </p:nvSpPr>
          <p:spPr>
            <a:xfrm>
              <a:off x="943208" y="3889992"/>
              <a:ext cx="3975000" cy="361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7"/>
                <a:buFont typeface="Arial"/>
                <a:buNone/>
              </a:pPr>
              <a:r>
                <a:rPr lang="en-US" sz="1677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CRM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977184" y="3542391"/>
              <a:ext cx="3699439" cy="44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87"/>
                <a:buFont typeface="Arial"/>
                <a:buNone/>
              </a:pPr>
              <a:r>
                <a:rPr lang="en-US" sz="2087" b="1" i="0" u="none" strike="noStrike" cap="none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Diara Putri</a:t>
              </a:r>
              <a:endParaRPr sz="2087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1"/>
          <p:cNvSpPr txBox="1"/>
          <p:nvPr/>
        </p:nvSpPr>
        <p:spPr>
          <a:xfrm>
            <a:off x="376010" y="6452237"/>
            <a:ext cx="421970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Jakarta, </a:t>
            </a:r>
            <a:r>
              <a:rPr lang="en-US" sz="1800" b="1" dirty="0">
                <a:solidFill>
                  <a:srgbClr val="FFFFFF"/>
                </a:solidFill>
              </a:rPr>
              <a:t>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"/>
          <p:cNvSpPr txBox="1"/>
          <p:nvPr/>
        </p:nvSpPr>
        <p:spPr>
          <a:xfrm>
            <a:off x="440890" y="2045298"/>
            <a:ext cx="874575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1" i="0" u="none" strike="noStrike" cap="none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1" i="0" u="none" strike="noStrike" cap="none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Quattrocento Sans</vt:lpstr>
      <vt:lpstr>Arial</vt:lpstr>
      <vt:lpstr>Play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nungky chandra</dc:creator>
  <cp:lastModifiedBy>Adian Rizki</cp:lastModifiedBy>
  <cp:revision>5</cp:revision>
  <dcterms:created xsi:type="dcterms:W3CDTF">2025-10-18T05:07:16Z</dcterms:created>
  <dcterms:modified xsi:type="dcterms:W3CDTF">2026-05-06T03:49:06Z</dcterms:modified>
</cp:coreProperties>
</file>