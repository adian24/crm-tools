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337560"/>
            <a:ext cx="12188952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LAPORAN BULANAN CRM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3C5FD"/>
                </a:solidFill>
              </a:rPr>
              <a:t>April 2025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TSI Certification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00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Dokumen Internal – Rahasia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KPI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18320" y="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April 2025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1480"/>
            <a:ext cx="12188952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Struktur Divisi CRP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18320" y="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April 2025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1480"/>
            <a:ext cx="12188952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Kolaborasi CRM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18320" y="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April 2025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1480"/>
            <a:ext cx="12188952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Pencapaian CRM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18320" y="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April 2025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1480"/>
            <a:ext cx="12188952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Pencapaian PRM &amp; Referral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18320" y="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April 2025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1480"/>
            <a:ext cx="12188952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Laporan Kunjungan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18320" y="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April 2025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1480"/>
            <a:ext cx="12188952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Engagement &amp; Partnership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18320" y="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April 2025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1480"/>
            <a:ext cx="12188952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18320" y="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April 2025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1480"/>
            <a:ext cx="12188952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Flyer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18320" y="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April 2025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1480"/>
            <a:ext cx="12188952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 Complain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18320" y="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April 2025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1480"/>
            <a:ext cx="12188952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Isu &amp; Kendala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18320" y="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April 2025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1480"/>
            <a:ext cx="12188952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Catatan Tambahan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18320" y="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April 2025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1480"/>
            <a:ext cx="12188952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0"/>
            <a:ext cx="12188952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Terima Kasih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</a:rPr>
              <a:t>Sampai Jumpa Bulan Depan!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D5E1"/>
                </a:solidFill>
              </a:rPr>
              <a:t>April 2025  •  TSI Certification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00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Dokumen Internal – Rahasia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Laporan Bulanan CRM April 2025</dc:title>
  <dc:subject>Laporan CRM Bulanan</dc:subject>
  <dc:creator>TSI Certification</dc:creator>
  <cp:lastModifiedBy>TSI Certification</cp:lastModifiedBy>
  <cp:revision>1</cp:revision>
  <dcterms:created xsi:type="dcterms:W3CDTF">2026-05-05T07:04:50Z</dcterms:created>
  <dcterms:modified xsi:type="dcterms:W3CDTF">2026-05-05T07:04:50Z</dcterms:modified>
</cp:coreProperties>
</file>